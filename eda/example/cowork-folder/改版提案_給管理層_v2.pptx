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晴光會員 App 改版提案（v2）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給管理層　2026-06-15</a:t>
            </a:r>
          </a:p>
          <a:p>
            <a:r>
              <a:t>目標：12 個月回購率 22% → 30%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為什麼要改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集點制無分級、無個人化</a:t>
            </a:r>
          </a:p>
          <a:p>
            <a:r>
              <a:t>回購率停在 22%，低於同業</a:t>
            </a:r>
          </a:p>
          <a:p>
            <a:r>
              <a:t>熟客無感、缺少專屬感（見使用者訪談）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我們要做什麼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分級會員：銀 / 金 / 鑽（金額制）</a:t>
            </a:r>
          </a:p>
          <a:p>
            <a:r>
              <a:t>個人化推薦：規則式 + ML</a:t>
            </a:r>
          </a:p>
          <a:p>
            <a:r>
              <a:t>LINE 登入降低門檻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分級門檻（v2 定案）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銀卡：消費 ≥ NT$3,000</a:t>
            </a:r>
          </a:p>
          <a:p>
            <a:r>
              <a:t>金卡：≥ NT$12,000 且回購 ≥ 3 次</a:t>
            </a:r>
          </a:p>
          <a:p>
            <a:r>
              <a:t>鑽卡：≥ NT$36,000 且回購 ≥ 8 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時程與預算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Beta 8/15、正式上線 9/1</a:t>
            </a:r>
          </a:p>
          <a:p>
            <a:r>
              <a:t>總預算約 NT$135 萬</a:t>
            </a:r>
          </a:p>
          <a:p>
            <a:r>
              <a:t>待核准：光速數位開發報價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需要管理層拍板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核准光速數位報價（超支 7 萬）</a:t>
            </a:r>
          </a:p>
          <a:p>
            <a:r>
              <a:t>2. 門市看板供應商選擇</a:t>
            </a:r>
          </a:p>
          <a:p>
            <a:r>
              <a:t>3. 上線行銷預算 20 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